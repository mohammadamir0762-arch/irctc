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8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FFC3-6203-13C5-E465-C1F1BAD6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4B58766-F168-D949-A1FB-1B7B65F16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25EBC7A-8C45-EA48-8134-82CE011ED5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8F01CA3-9C57-074A-74FE-69CBA406E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69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0697" y="2120809"/>
            <a:ext cx="2731561" cy="292147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35333" y="1109892"/>
            <a:ext cx="7721333" cy="1170354"/>
          </a:xfrm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3000" b="1">
                <a:latin typeface="Times New Roman"/>
              </a:rPr>
              <a:t>RailSure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sz="3000" b="1">
                <a:latin typeface="Times New Roman"/>
              </a:rPr>
              <a:t>Journey confidence for Indian Railways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2679" y="452775"/>
            <a:ext cx="10946314" cy="1383097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VITISH 2026</a:t>
            </a:r>
            <a:b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(SIH Internal Hackathon)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Problem Statement ID: PS91</a:t>
            </a:r>
            <a:endParaRPr lang="en-US" dirty="0"/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Problem Statement Title: Railway Ticket Confirmation Prediction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Theme: Transportation &amp; Logistics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PS Category: Software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Arial"/>
              </a:rPr>
              <a:t>Team Name: «fill in»</a:t>
            </a:r>
          </a:p>
        </p:txBody>
      </p:sp>
      <p:pic>
        <p:nvPicPr>
          <p:cNvPr id="12" name="Picture 1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7A64D61F-5B8B-15E3-BC96-0ADAA3721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E2C68-82E2-FD05-194A-E171A407F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371CB0-1A59-51B4-E3F7-E33EA9607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91370C-3C8F-2DF3-1F44-F3D03B248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346268"/>
            <a:ext cx="10972800" cy="810338"/>
          </a:xfrm>
        </p:spPr>
        <p:txBody>
          <a:bodyPr wrap="square"/>
          <a:lstStyle/>
          <a:p>
            <a:pPr eaLnBrk="1" hangingPunct="1">
              <a:spcAft>
                <a:spcPts val="200"/>
              </a:spcAft>
            </a:pPr>
            <a:r>
              <a:rPr sz="2600" b="1">
                <a:latin typeface="Times New Roman"/>
              </a:rPr>
              <a:t>RailSure — predicting whether a journey will actually work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38667" y="1554480"/>
            <a:ext cx="11401777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500" b="1">
                <a:solidFill>
                  <a:srgbClr val="0B3D91"/>
                </a:solidFill>
                <a:latin typeface="Arial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One platform answering a single question: will this journey work, end to end?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Confirmation probability for any waitlisted PNR, with the factors behind it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Route search returning direct trains and multi-leg connecting options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Risk score for missing the second train when the first one runs late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Control-room view of how many passengers transfer between two trains at a junction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How it addresses the problem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Replaces "will it confirm?" guesswork with a probability the passenger can act 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Treats a two-leg trip as one journey instead of two unrelated tickets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Makes the passenger handover visible to staff while it can still be acted upon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Innovation and uniqueness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Existing apps stop at PNR prediction; none score the connection itself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No current system tells the railway who on a late train is about to miss a departure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The same prediction serves both the passenger and the operator</a:t>
            </a:r>
          </a:p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A64F85A-4812-BFE5-1A0F-B9D56B80D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8C7FB-C129-34A7-CD8E-51B30CEC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D8CEE5-DB81-2FED-E18C-93C5EB087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B63282-0927-87F1-14CA-1FD03536B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9191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103120"/>
            <a:ext cx="10972800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500" b="1">
                <a:solidFill>
                  <a:srgbClr val="0B3D91"/>
                </a:solidFill>
                <a:latin typeface="Arial"/>
              </a:rPr>
              <a:t>Technologies to be used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Backend: Python, FastAPI, scikit-learn (gradient boosting classifier)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Web: HTML, CSS, JavaScript  |  Mobile: React Native (Expo)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Data: SQLite journey log; REST API consumed by both clients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Deployment: Render (API) and Vercel (web), continuous deploy from GitHub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Methodology and process for implementation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1.  PNR lookup — a provider-agnostic adapter normalises any vendor response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2.  Prediction — the model scores each leg from class, waitlist position and days left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3.  Route building — direct and connecting options generated between two cities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4.  Connection risk — leg-one delay history compared against the layover window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5.  Aggregation — journeys grouped by junction and train pair for the operations view</a:t>
            </a:r>
          </a:p>
          <a:p/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290C3FE7-BCAA-CE0E-1D86-8851C30C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A6042D-8042-92BF-FB24-295E833DA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1FBA56-21D2-F6A5-238D-E71D2C519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98971F-A754-C98B-3472-49C7BEE2D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6C9F656-3B5F-89C1-DEB3-9EA3B601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7E0056-77E4-AEF9-9B10-BFD8B63D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6988" y="91184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SOLUTION FEASIBILITY &amp;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11680"/>
            <a:ext cx="10972800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>
                <a:solidFill>
                  <a:srgbClr val="0B3D91"/>
                </a:solidFill>
                <a:latin typeface="Arial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Working prototype already deployed and publicly reachable (web app and REST API)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Prediction model trained on real waitlisted-ticket data and validated on held-out tickets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Entire stack runs on free-tier infrastructure, so cost is not a barrier to piloting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Potential challenges and risks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Indian Railways publishes no official bulk data API for ticket status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Third-party API access is rate-limited, restricting live traffic at prototype stage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Public datasets do not carry quota and route together with confirmation outcomes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Operations view requires railway-side integration to reach its full value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Strategies for overcoming these challenges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Provider-agnostic adapter — vendors can be swapped without touching application code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Every lookup is logged, so the system accumulates its own training data through use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IRCTC Authorised Partner route is the established path to production-scale access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Passenger features deliver value on their own, before any railway integration</a:t>
            </a:r>
          </a:p>
          <a:p/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27787CA2-DF1E-E17A-8FF9-2EB55331D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8E6512-5D92-8D5C-6853-DB07DD0E1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EA0E46-96BA-CC87-BB26-9D0EAFC63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C8F8DF-8F86-5D8E-957B-D5CDC9336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B38342-6BFC-CC80-ACAA-BA3FCB20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DEE5B70-B055-41F6-B17F-03162C64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1187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REAL WORLD IMPACTS, BENEFITS &amp; RELEVANCE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011680"/>
            <a:ext cx="10656711" cy="4206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>
                <a:solidFill>
                  <a:srgbClr val="0B3D91"/>
                </a:solidFill>
                <a:latin typeface="Arial"/>
              </a:rPr>
              <a:t>Potential impact on the target audience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Passengers decide with a number rather than a guess before committing to a trip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Connecting journeys can be planned with a realistic buffer instead of hope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Staff can see how many people a short hold would protect, and decide accordingly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Benefits of the solution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Social — fewer passengers stranded overnight at junction stations; elderly travellers, families and long-distance migrants benefit most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Economic — fewer wasted fares, cancellation penalties and emergency rebookings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Operational — a missed connection becomes a decision made in time rather than an incident discovered afterwards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Systemic — aggregated transfer demand shows where timetables genuinely need adjusting</a:t>
            </a:r>
          </a:p>
          <a:p/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87A1332-F984-FE94-C653-14B8C3AB7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7F48F0-EC57-48BB-A916-064508682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2CD695-5E6A-2CDC-FEA6-1BD219A74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D03E15-2AA0-F111-AA50-1B96453F4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279345-B127-20A0-F960-6BFA951A7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FAB6CE9-9EAF-37AD-9295-3624C0DB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FC37-8A86-D45F-BD8E-E5F82FE6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802B630-148B-DEB7-9E9F-671395E5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1187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TEAM CAPABILITY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556E84CA-676B-C596-ACFE-094333B81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2103120"/>
            <a:ext cx="10656711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>
                <a:solidFill>
                  <a:srgbClr val="0B3D91"/>
                </a:solidFill>
                <a:latin typeface="Arial"/>
              </a:rPr>
              <a:t>Team's experience in the domain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«fill in» — members, roles and relevant coursework or internships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Why choosing the domain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Waitlisted tickets and missed connections affect a very large number of travellers daily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The problem is data-rich and measurable, which makes it well suited to a machine learning solution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Every team member has personally experienced the problem being solved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Proof of past work in the domain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Deployed prototype: irctc-smoky.vercel.app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Public API: pnr-predictor-api.onrender.com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Full source code and analysis: github.com/mohammadamir0762-arch/irctc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«fill in» — any earlier projects, hackathons or publications</a:t>
            </a:r>
          </a:p>
          <a:p/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1FB34FF6-83BB-C775-F565-5CBCA3CD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0FE33-8D5D-9B10-0FB3-95A80EA8C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946-FCBE-A7F3-E327-5216D916A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6146F2-80E9-1DE1-D7F6-FF7DD9BDB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1DECC4-CC72-DA18-EB14-894AF324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A7F0034-8858-A538-51CA-4ED3AA26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10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123045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828800"/>
            <a:ext cx="1097280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>
                <a:solidFill>
                  <a:srgbClr val="0B3D91"/>
                </a:solidFill>
                <a:latin typeface="Arial"/>
              </a:rPr>
              <a:t>Prototype and source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Live web application — irctc-smoky.vercel.app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Public prediction API — pnr-predictor-api.onrender.com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Source code, model training and analysis — github.com/mohammadamir0762-arch/irctc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Data sources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Railway Waitinglist Dataset (Kaggle) — real waitlist movement and confirmation outcomes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Indian Railways Challenge (Kaggle) — used to benchmark feature selection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Indian Railways train timetable and route data — data.gov.in</a:t>
            </a:r>
          </a:p>
          <a:p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B3D91"/>
                </a:solidFill>
                <a:latin typeface="Arial"/>
              </a:rPr>
              <a:t>Domain references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CRIS — Centre for Railway Information Systems, operator of the reservation database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IRCTC PNR enquiry and Authorised Partner programme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Arial"/>
              </a:rPr>
              <a:t>•  IndianRailAPI and RapidAPI IRCTC endpoints — third-party PNR status access</a:t>
            </a:r>
          </a:p>
          <a:p/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39602C8D-F678-8672-953A-88CE55D9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9E762C-AA9A-10A1-0D85-AC9D80A09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26A876-B01B-AA7E-5BF2-DF647B1A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3AC524-74AE-3C50-DF1C-D3BEE327D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860FBF-1FF5-C80B-31B5-555105DE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120A20-A57F-4A0C-672E-DA7B58B6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302</Words>
  <Application>Microsoft Office PowerPoint</Application>
  <PresentationFormat>Widescreen</PresentationFormat>
  <Paragraphs>58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VITISH 2026 (SIH Internal Hackathon)</vt:lpstr>
      <vt:lpstr> IDEA TITLE</vt:lpstr>
      <vt:lpstr>TECHNICAL APPROACH</vt:lpstr>
      <vt:lpstr>SOLUTION FEASIBILITY &amp; VIABILITY</vt:lpstr>
      <vt:lpstr>REAL WORLD IMPACTS, BENEFITS &amp; RELEVANCE</vt:lpstr>
      <vt:lpstr>TEAM CAPABILITY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153</cp:revision>
  <dcterms:created xsi:type="dcterms:W3CDTF">2013-12-12T18:46:50Z</dcterms:created>
  <dcterms:modified xsi:type="dcterms:W3CDTF">2026-08-17T11:27:26Z</dcterms:modified>
  <cp:category/>
</cp:coreProperties>
</file>