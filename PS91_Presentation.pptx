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2024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PROBLEM STATEMENT PS91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450592"/>
            <a:ext cx="9692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Will your train</a:t>
            </a:r>
          </a:p>
          <a:p>
            <a:pPr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ticket actually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343400"/>
            <a:ext cx="8778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Confirmation probability for waitlisted tickets, plus connecting-journey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planning with the risk of missing your next train.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440680"/>
            <a:ext cx="201168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692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irctc-smoky.vercel.app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github.com/mohammadamir0762-arch/irctc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Two questions nobody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"Will my waitlisted ticket confirm?"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ticket says WL 23. Nothing tells you whether it will clear, so passengers hold tickets they cannot use, or cancel ones that would have confirmed.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"Will I make my connection?"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Many city pairs have no direct train. You book two tickets and hope the first arrives in time. Indian trains are routinely late, so that hope is the whole plan.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Both are probability questions treated as guesswork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The data to answer them exists — waitlist movement, quota, historical delays. It is simply never turned into a number for the passenger.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the system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1.   Confirmation probability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Enter a PNR. Get the chance it confirms, and the factors driving that number.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2.   Direct and connecting routes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Search city to city. See direct trains, and multi-leg options where no direct train exists or the direct one is full.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3.   Missed-connection risk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For each connecting option, the chance the first train's delay causes you to miss the second.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48970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709160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28,748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REAL TICKETS TRAINED 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6543" y="448970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4709160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A5E9"/>
                </a:solidFill>
                <a:latin typeface="Arial"/>
              </a:rPr>
              <a:t>0.796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5358384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MODEL AUC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8" y="448970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4718" y="4709160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66%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6158" y="5358384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OF ACHIEVABLE SIGNAL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2893" y="4489704"/>
            <a:ext cx="2540431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2893" y="4709160"/>
            <a:ext cx="25404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59669"/>
                </a:solidFill>
                <a:latin typeface="Arial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4333" y="5358384"/>
            <a:ext cx="23575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WEB + API DEPLOYED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Look up the PNR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A third-party IRCTC API returns train, class, quota, booking status and current status.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Normalise every provider into one shape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Providers disagree on field names and status formats. One adapter handles it, so swapping providers changes nothing downstream.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Predict confirmation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Gradient boosting model over travel class, booking position, current position and days remaining — all read directly from the lookup, nothing estimated.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Score the connection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For multi-leg journeys, combine each leg's confirmation probability with the historical delay distribution of the first train against the layover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We only trained on data we verified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00784"/>
          <a:ext cx="1087495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1196245"/>
                <a:gridCol w="5002481"/>
                <a:gridCol w="19574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Railway Waitinglist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53,381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Real. Confirmation falls cleanly with waitlist position, class mix matches reality.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59669"/>
                          </a:solidFill>
                          <a:latin typeface="Arial"/>
                        </a:rPr>
                        <a:t>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Railway Ticket Confirmation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30,000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Fabricated. Sequential PNRs, Shatabdi trains with sleeper class, label was a tautology.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C2626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Railofy (competition)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36,775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Real and richer, but values are encoded and cannot accept a live PNR.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97706"/>
                          </a:solidFill>
                          <a:latin typeface="Arial"/>
                        </a:rPr>
                        <a:t>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Our first model was trained on data we generated ourselves. We deleted it — the labels came from our own formula, so it could only re-learn our assumptions.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Algorithm</a:t>
            </a:r>
          </a:p>
          <a:p>
            <a:pPr>
              <a:spcAft>
                <a:spcPts val="16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Histogram gradient boosting classifier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Trained on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28,748 real waitlisted tickets</a:t>
            </a:r>
          </a:p>
          <a:p>
            <a:pPr>
              <a:spcAft>
                <a:spcPts val="160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Observed at 30, 7 and 2 days before travel — matching what the app knows at prediction time.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Validation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Grouped train/test split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One ticket never appears on both sides, so the score is not inflated by leakage.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0528" y="1700784"/>
            <a:ext cx="4663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INPUTS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Travel class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Waitlist position when booked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Current waitlist position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F172A"/>
                </a:solidFill>
                <a:latin typeface="Arial"/>
              </a:rPr>
              <a:t>•   Days until journey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Each read straight from the PNR lookup. Nothing used in training that the live system cannot obtain.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MEASURED ON REAL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These are the determining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00784"/>
          <a:ext cx="1087495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88"/>
                <a:gridCol w="5654978"/>
                <a:gridCol w="2174991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Factor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Measured effect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Waitlist 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12.9% confirm at WL 1–5, down to 0.2% at WL 60+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65×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Days until journey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6.6% at 30 days, 12.9% at 7 days, 15.1% at 2 days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2.3×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Travel class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2A 5.2%, 3A 8.6%, SL 12.5%, CC 33.6%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6.5×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Across all 23 features in the benchmark dataset, current waitlist position ranks first by more than double the next feature.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BENCHMARKED AGAINST A 23-FEATURE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9384"/>
            <a:ext cx="3466490" cy="15544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48840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64748B"/>
                </a:solidFill>
                <a:latin typeface="Arial"/>
              </a:rPr>
              <a:t>0.500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RANDOM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2602" y="1929384"/>
            <a:ext cx="3466490" cy="15544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2602" y="2148840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EA5E9"/>
                </a:solidFill>
                <a:latin typeface="Arial"/>
              </a:rPr>
              <a:t>0.796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042" y="2798064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OUR MODEL  ·  4 INPUTS  ·  LIVE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1929384"/>
            <a:ext cx="3466490" cy="15544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6836" y="2148840"/>
            <a:ext cx="34664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0.945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798064"/>
            <a:ext cx="32836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CEILING  ·  23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758184"/>
            <a:ext cx="10874959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1" i="0">
                <a:solidFill>
                  <a:srgbClr val="0F172A"/>
                </a:solidFill>
                <a:latin typeface="Arial"/>
              </a:rPr>
              <a:t>We reach 66% of the achievable signal above random, using 4 inputs instead of 23.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The 23-feature dataset encodes waitlist position as a fraction of a denominator it does not publish, so it cannot accept a real PNR. We tested a statistical workaround and it scored 0.480 — worse than a coin flip. It stays a benchmark, and we ship the model that actually reads live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Every figure reproducible with  python analysis/benchmark.py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 b="1" i="0">
                <a:solidFill>
                  <a:srgbClr val="1E293B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06324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20040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Connecting journeys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Arial"/>
              </a:rPr>
              <a:t>Using historical delay data to score the risk of missing your next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Scoring a connection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54864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A two-leg journey has three ways to fail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  Leg one does not confirm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Handled by the confirmation model.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  Leg two does not confirm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Same model, scored independently.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  Leg one arrives too late for leg two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Compare the first train's historical delay distribution against the layover time at the interchange station.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1968" y="1700784"/>
            <a:ext cx="4572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WHAT THE DELAY DATA GIVES US</a:t>
            </a:r>
          </a:p>
          <a:p>
            <a:pPr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Median delay   25 min</a:t>
            </a:r>
          </a:p>
          <a:p>
            <a:pPr>
              <a:spcAft>
                <a:spcPts val="120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Half of journeys arrive within this.</a:t>
            </a:r>
          </a:p>
          <a:p>
            <a:pPr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27% of journeys delayed 50 min or more</a:t>
            </a:r>
          </a:p>
          <a:p>
            <a:pPr>
              <a:spcAft>
                <a:spcPts val="120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So a 50-minute layover fails roughly one time in four.</a:t>
            </a:r>
          </a:p>
          <a:p>
            <a:pPr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Longest observed   244 min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Arial"/>
              </a:rPr>
              <a:t>No realistic buffer survives the tail — which is exactly why it should be shown as a probability, not hidden.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2648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64748B"/>
                </a:solidFill>
                <a:latin typeface="Arial"/>
              </a:rPr>
              <a:t>Delay figures from an exploratory study of 100 journey records, 2016–2025.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How late do trains actually run?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dela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0044"/>
            <a:ext cx="6949440" cy="4032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WHY IT MATTERS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This curve is the buffer calculator.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Most journeys are under 50 minutes late, but a long tail reaches 244 minutes.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For any layover, the area to the right of it is the probability of missing the connection.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Baseline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ont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27" y="1700784"/>
            <a:ext cx="4343122" cy="4471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WHY IT MATTERS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Arriving on time is the exception.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94 of 100 journeys in the sample were late.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A connection planned on the scheduled time is planning for the rare case.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Some trains are far riskier to connect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trai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66900"/>
            <a:ext cx="6949440" cy="3939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WHY IT MATTERS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Consistency matters more than the average.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A train that is reliably 20 minutes late is safe to plan around. One that swings between on-time and two hours late is not.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Spread, not the mean, is what should drive the warning.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corridor matters more than the distance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rout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3567"/>
            <a:ext cx="6949440" cy="3965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792224"/>
            <a:ext cx="3559759" cy="4471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0EA5E9"/>
                </a:solidFill>
                <a:latin typeface="Arial"/>
              </a:rPr>
              <a:t>WHY IT MATTERS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Route identity is the strongest signal we found.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Dibrugarh–Kanyakumari covers 4,198 km at 20.4 min average, beating far shorter routes.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Arial"/>
              </a:rPr>
              <a:t>So risk has to be scored per route, not estimated from journey length.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058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00784"/>
            <a:ext cx="10874959" cy="4334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Backend  ·  Python, FastAPI, scikit-learn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Six endpoints. /model publishes the model's own provenance and scores, so the numbers on these slides can be checked against the running service.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Frontend  ·  HTML, CSS, JavaScript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No build step. Detects local versus deployed and selects the right API automatically.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Mobile  ·  React Native via Expo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Same flow as the web app, pointed at the same deployed API.</a:t>
            </a:r>
          </a:p>
          <a:p>
            <a:pPr>
              <a:spcAft>
                <a:spcPts val="200"/>
              </a:spcAft>
            </a:pPr>
            <a:r>
              <a:rPr sz="1900" b="1" i="0">
                <a:solidFill>
                  <a:srgbClr val="0F172A"/>
                </a:solidFill>
                <a:latin typeface="Arial"/>
              </a:rPr>
              <a:t>Hosting  ·  Vercel and Render</a:t>
            </a:r>
          </a:p>
          <a:p>
            <a:pPr>
              <a:spcAft>
                <a:spcPts val="1600"/>
              </a:spcAft>
            </a:pPr>
            <a:r>
              <a:rPr sz="1500" b="0" i="0">
                <a:solidFill>
                  <a:srgbClr val="64748B"/>
                </a:solidFill>
                <a:latin typeface="Arial"/>
              </a:rPr>
              <a:t>Deployed straight from GitHub, with cold starts handled explicitly rather than leaving a frozen screen.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1945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00400"/>
            <a:ext cx="146304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Live demo   irctc-smoky.vercel.app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API   pnr-predictor-api.onrender.com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CBD5E1"/>
                </a:solidFill>
                <a:latin typeface="Arial"/>
              </a:rPr>
              <a:t>Source   github.com/mohammadamir0762-arch/irctc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