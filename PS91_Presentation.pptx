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PROBLEM STATEMENT PS91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9509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Railway Ticket</a:t>
            </a:r>
          </a:p>
          <a:p>
            <a:pPr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Confirmation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343400"/>
            <a:ext cx="8412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Predicting whether a waitlisted Indian Railways ticket will confirm,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using a model trained on 28,748 real waitlisted tickets.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440680"/>
            <a:ext cx="201168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692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Live demo   irctc-smoky.vercel.app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Source   github.com/mohammadamir0762-arch/irctc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PROBLEM STATEMENT PS91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Waitlisted passengers are left guessing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ticket says "WL 23". Nothing tells you whether that will actually confirm, so people hold a ticket they may not be able to use, or cancel one that would have cleared.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decision has a real deadline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Chart preparation happens roughly 4 hours before departure. Cancel too early and you lose a seat that would have opened; cancel too late and you pay a higher penalty.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information exists, but is not surfaced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Waitlist position, quota, class and time remaining all influence the outcome. None of it is turned into an actual probability for the passenger.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Enter a 10-digit PNR. The system looks up the ticket, predicts the chance it confirms, and explains which factors drove that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0662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90779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28,748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55701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REAL TICKETS TRAINED 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6543" y="270662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90779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A5E9"/>
                </a:solidFill>
                <a:latin typeface="Arial"/>
              </a:rPr>
              <a:t>0.796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55701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TEST AUC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8" y="270662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4718" y="290779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6158" y="355701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MODEL INPUTS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2893" y="270662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2893" y="290779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4333" y="355701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LIVE DEPLOYMENTS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98264"/>
            <a:ext cx="108749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Web app  ·  irctc-smoky.vercel.app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REST API  ·  pnr-predictor-api.onrender.com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Mobile app  ·  React Native (Expo), builds cleanly, not yet device-tested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Source  ·  github.com/mohammadamir0762-arch/irctc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1.  Look up the PNR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third-party IRCTC API returns train, class, quota, booking status and current status.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2.  Normalise the response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Providers disagree on field names and status formats. One adapter converts every provider into a single internal shape, so swapping providers changes nothing downstream.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3.  Derive model inputs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Travel class, waitlist position at booking, current waitlist position, days until journey. All read directly from the response — no estimated or invented values.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4.  Predict and explain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gradient boosting model returns a probability, plus the top factors behind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Getting real data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The hardest part of this project was not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THE CORE OBSTACLE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There is no official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IRCTC publishes no historical dataset of PNR outcomes, and offers no bulk data API.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Apps like ConfirmTkt and Trainman are IRCTC Authorised Partners — a commercial arrangement, not a developer signup.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Our first model was trained on data we generated ourselves. We scrapped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It was circular: the labels came from a formula we wrote, so the model could only re-learn our own assumptions. It would have scored well and known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Deleting that model was the single most important decision in the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DATASET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We audited three public 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00784"/>
          <a:ext cx="10874957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489"/>
                <a:gridCol w="1196245"/>
                <a:gridCol w="4893731"/>
                <a:gridCol w="1957492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Railway Waitinglist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53,381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Real. Class mix matches reality; confirmation falls cleanly with waitlist position.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9669"/>
                          </a:solidFill>
                          <a:latin typeface="Arial"/>
                        </a:rPr>
                        <a:t>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Railway Ticket Confirmation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30,000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Fabricated. Sequential PNRs, 30,000 unique dates for 30,000 rows, Shatabdi trains with sleeper class.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C2626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Railofy (competition)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36,775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Real and richer, but values are encoded. Cannot be fed live data.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7706"/>
                          </a:solidFill>
                          <a:latin typeface="Arial"/>
                        </a:rPr>
                        <a:t>BENCHMARK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Only one of the three could actually train a deployable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DATA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How we caught the fabricated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PNR numbers were sequential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PNR0000000000, PNR0000000001, PNR0000000002 — incrementing by exactly one.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30,000 rows, 30,000 unique journey dates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One journey per calendar day, in perfect order. Real bookings cluster.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Impossible train and class combinations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Shatabdi trains listed with Sleeper class, spread perfectly evenly across every class. Shatabdi is chair-car only.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label was a tautology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Every row with a waitlist position was "Not Confirmed", every row without was "Confirmed". A model scores a perfect AUC of 1.0 and learns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Training on this would have produced an impressive, meaningless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The model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Four inputs, and the evidence that they are the right 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Model and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53949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Algorithm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Histogram gradient boosting classifier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Training data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28,748 real waitlisted tickets, 39,724 observations</a:t>
            </a:r>
          </a:p>
          <a:p>
            <a:pPr>
              <a:spcAft>
                <a:spcPts val="140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Each ticket is observed at 30, 7 and 2 days before travel, matching what the app knows at prediction time.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Validation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Grouped train/test split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Observations of the same ticket never appear on both sides of the split, so the score is not inflated by leakage.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0528" y="1700784"/>
            <a:ext cx="4663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The four inputs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Travel class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Waitlist position when booked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Current waitlist position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Days until journey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Every one is read straight from the PNR lookup. Nothing is estimated, and nothing is used in training that the live system cannot obtain.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EVIDENCE FROM REAL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Are four inputs actually enough?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00784"/>
          <a:ext cx="10874957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2487"/>
                <a:gridCol w="5437479"/>
                <a:gridCol w="2174991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Factor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Measured effect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Waitlist 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12.9% confirm at WL 1–5, down to 0.2% at WL 60+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65×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Days until journey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6.6% at 30 days, 12.9% at 7 days, 15.1% at 2 days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2.3×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Travel class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2A 5.2%, 3A 8.6%, SL 12.5%, CC 33.6%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6.5×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Measured on the real dataset, holding the other factors fixed. These are the determining factors, not filler.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How much signal do we capture?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We benchmarked against a Kaggle competition dataset with 36,775 labelled tickets and 23 features, to find the ceiling.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78024"/>
            <a:ext cx="3466490" cy="14630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79192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64748B"/>
                </a:solidFill>
                <a:latin typeface="Arial"/>
              </a:rPr>
              <a:t>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28416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RANDOM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602" y="2478024"/>
            <a:ext cx="3466490" cy="14630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2602" y="2679192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A5E9"/>
                </a:solidFill>
                <a:latin typeface="Arial"/>
              </a:rPr>
              <a:t>0.796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4042" y="3328416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OUR MODEL  ·  4 FEATURES  · 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2478024"/>
            <a:ext cx="3466490" cy="14630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2679192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0.945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328416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CEILING  ·  23 FEATURES  ·  NOT DEPLOYABLE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215384"/>
            <a:ext cx="1087495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We reach 66% of the achievable signal above random, using 4 inputs instead of 23.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Permutation importance across all 23 features ranks current waitlist position first, by more than double the next feature. Our model holds the strongest predictor there 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AN HONEST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Why we did not ship the higher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0.945 model cannot accept a real PNR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Railofy encodes waitlist position as a fraction — 1/2, 1/3, 3/8 — of a denominator that is not in the file. A real "WL 25" cannot be converted into it.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We tested the workaround rather than assuming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Quantile-mapping real values onto its distribution and scoring against real labels gives AUC 0.480 — worse than a coin flip.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So it stays a benchmark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Shipping it would have looked better on a slide and performed worse for every user. The deployed model uses raw values it can actually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analysis/benchmark.py in the repo reproduces every number on these slides.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Engineering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What runs, and what it runs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Backend  ·  Python, FastAPI, scikit-learn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Six endpoints. /pnr for the main flow, /predict for direct model access, /model publishes the model's own provenance and scores so the numbers can be checked.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Frontend  ·  HTML, CSS, JavaScript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No build step. Detects whether it is running locally or deployed and picks the right API automatically.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Mobile  ·  React Native via Expo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Same flow as the web app, pointed at the same deployed API.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Hosting  ·  Vercel and Render, both free tiers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Deployed from GitHub. Cold starts are handled with an explicit "waking up" message rather than a frozen screen.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Working within a 10-request limit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free API tier allows 10 requests per month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Not per day. We read this from the live rate-limit headers rather than the pricing page, which is behind a login.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So the live site runs on simulated data, and says so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banner marks every simulated result. The real integration is built and verified against a genuine API response — it is switched off, not missing.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Every check is logged for future training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Quota, train and route are recorded even though the current model cannot use them. That is the path to the features we are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A demo that runs out of quota mid-presentation is worse than an honest simulated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Railway delay analysis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A separate exploratory study on train punctuality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READ THIS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Scope of the delay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This is a separate exploratory analysis of train punctuality, not part of the prediction model. It is a small sample and the findings are indicative, not conclusive.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61518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46557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JOURNEY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6543" y="261518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81635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7706"/>
                </a:solidFill>
                <a:latin typeface="Arial"/>
              </a:rPr>
              <a:t>~10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46557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RECORDS PER TRAIN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8" y="261518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4718" y="281635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2016–2025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6158" y="346557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PERIOD COVERED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2893" y="261518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2893" y="2816352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7706"/>
                </a:solidFill>
                <a:latin typeface="Arial"/>
              </a:rPr>
              <a:t>Winter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4333" y="3465576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ONLY SEASON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06824"/>
            <a:ext cx="1087495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What this sample cannot support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•   Any claim about Indian Railways nationally — 100 records is far too small, and the 6% on-time rate reflects this sample, not the network.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•   Seasonal conclusions — every record is from winter.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•   Year-on-year trends — roughly 10 records per year is too thin to separate a real trend from noise.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Delay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dela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0044"/>
            <a:ext cx="6949440" cy="4032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Most delays are small, a few are extreme.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The distribution is right-skewed: the bulk of journeys sit under 50 minutes, with a long tail reaching 244 minutes.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Median 25 min vs mean 36.3 min — the gap is caused by that tail, so the median is the fairer summary.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On-time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ont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27" y="1700784"/>
            <a:ext cx="4343122" cy="4471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In this sample, 94 of 100 journeys arrived late.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Only 6 journeys met the on-time threshold.</a:t>
            </a:r>
          </a:p>
          <a:p>
            <a:pPr>
              <a:spcAft>
                <a:spcPts val="0"/>
              </a:spcAft>
            </a:pPr>
            <a:r>
              <a:rPr sz="1100" b="0" i="1">
                <a:solidFill>
                  <a:srgbClr val="D97706"/>
                </a:solidFill>
                <a:latin typeface="Arial"/>
              </a:rPr>
              <a:t>This is a 100-record sample, not a national statistic.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Performance by 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trai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526" y="1700784"/>
            <a:ext cx="6707124" cy="4471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A 36-minute gap separates best from worst.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Vivek Express averages 20.4 min; Yesvantpur–Howrah averages 56.6 min.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Variation this wide points to route and operational factors rather than something inherent to running trains.</a:t>
            </a:r>
          </a:p>
          <a:p>
            <a:pPr>
              <a:spcAft>
                <a:spcPts val="0"/>
              </a:spcAft>
            </a:pPr>
            <a:r>
              <a:rPr sz="1100" b="0" i="1">
                <a:solidFill>
                  <a:srgbClr val="D97706"/>
                </a:solidFill>
                <a:latin typeface="Arial"/>
              </a:rPr>
              <a:t>Around 10 records per train — indicative only.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Spread within each 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trai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66900"/>
            <a:ext cx="6949440" cy="3939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Consistency varies as much as the average.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Some trains are reliably a little late; others swing between on-time and severely delayed.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For a passenger, that predictability matters as much as the mean.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Distance vs delay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distance_vs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06" y="1700784"/>
            <a:ext cx="6729764" cy="4471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Distance alone does not predict delay.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Correlation is −0.04 — essentially none.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Grouped into bands, long routes do average higher (52.6 min vs 30.5 min), so the relationship is not linear and distance is a weak proxy for something else.</a:t>
            </a:r>
          </a:p>
          <a:p>
            <a:pPr>
              <a:spcAft>
                <a:spcPts val="0"/>
              </a:spcAft>
            </a:pPr>
            <a:r>
              <a:rPr sz="1100" b="0" i="1">
                <a:solidFill>
                  <a:srgbClr val="D97706"/>
                </a:solidFill>
                <a:latin typeface="Arial"/>
              </a:rPr>
              <a:t>The near-zero correlation and the band differences must be read together.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Delay by distance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distance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2295"/>
            <a:ext cx="6949440" cy="40083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Long routes average the highest delay.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Short 30.5 min, medium 36.5 min, long 52.6 min.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More opportunities to accumulate delay, and more shared track.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Service frequency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requency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3531"/>
            <a:ext cx="6949440" cy="40259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More frequent services performed worse here.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Daily 38.1 min, weekly 34.5 min, tri-weekly 27.4 min.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Consistent with congestion and tighter turnarounds on busy corridors, though this sample cannot establish the cause.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Delay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tempor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63205"/>
            <a:ext cx="6949440" cy="39465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Year-to-year figures move sharply.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The sample shows a low around 2019–2020 and a peak in 2023.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With roughly 10 records per year, these swings are not reliable evidence of a trend.</a:t>
            </a:r>
          </a:p>
          <a:p>
            <a:pPr>
              <a:spcAft>
                <a:spcPts val="0"/>
              </a:spcAft>
            </a:pPr>
            <a:r>
              <a:rPr sz="1100" b="0" i="1">
                <a:solidFill>
                  <a:srgbClr val="D97706"/>
                </a:solidFill>
                <a:latin typeface="Arial"/>
              </a:rPr>
              <a:t>Too few records per year to draw conclusions from.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Route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rout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3567"/>
            <a:ext cx="6949440" cy="3965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The same distance can produce very different delays.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Dibrugarh–Kanyakumari runs 4,198 km at 20.4 min average, better than several far shorter routes.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This is the strongest signal in the study: the specific corridor matters more than the distance travelled.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Seasonal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seasonal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2557"/>
            <a:ext cx="6949440" cy="4027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IT SHOWS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No seasonal comparison is possible.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Every record in the dataset is from winter.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Included to show the gap, not a finding. Collecting year-round data is the obvious next step.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  ·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the delay study suggests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Route identity matters more than route length — the clearest pattern in the data.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Delay is dominated by a minority of journeys; the median journey is far better than the mean suggests.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Higher-frequency services performed worse in this sample, which is worth investigating properly with more data.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Arial"/>
              </a:rPr>
              <a:t>•   The sample is too small and too seasonally narrow to support conclusions about the network as a whole.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Treated as an exploratory study that motivates further data collection.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Limitations and next steps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What we know does not work yet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BEING STRAIGHT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Known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model uses four features, not everything that matters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Quota ranks fifth in importance and we would like it — General confirms 26%, Pooled 44%, Remote Location 45%. No public dataset provides it with real outcomes in a usable form.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Live data is limited by a 10-request monthly quota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The integration is built and verified; it runs in simulated mode to stay within it.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waitlisted path has not been seen against a live waitlisted PNR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Confirmed tickets are verified end-to-end. The waitlist branch is derived from the provider schema.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The mobile app has not been run on a physical device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It bundles without errors, but that is not the same as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Collect our own outcome data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Logging is already in place and records quota, train and route. With paid API quota this becomes a training set containing the features we are missing.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Retrain with quota, train and route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The benchmark shows these are worth roughly 0.15 AUC — the gap between 0.796 and 0.945.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Benchmark against the provider's own prediction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The API returns its own confidence figure. Logging it beside ours and the real outcome shows which is better calibrated.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Verify on device and extend the delay study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Run the mobile app on real hardware; collect year-round delay data to make the seasonal analysis possible.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1488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0040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Live demo   irctc-smoky.vercel.app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API   pnr-predictor-api.onrender.com</a:t>
            </a:r>
          </a:p>
          <a:p>
            <a:pPr>
              <a:spcAft>
                <a:spcPts val="220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Source   github.com/mohammadamir0762-arch/irctc</a:t>
            </a:r>
          </a:p>
          <a:p>
            <a:pPr>
              <a:spcAft>
                <a:spcPts val="0"/>
              </a:spcAft>
            </a:pPr>
            <a:r>
              <a:rPr sz="1300" b="0" i="1">
                <a:solidFill>
                  <a:srgbClr val="64748B"/>
                </a:solidFill>
                <a:latin typeface="Arial"/>
              </a:rPr>
              <a:t>Every figure in this deck is reproducible with  python analysis/benchmark.py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